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1bd8288c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1bd8288c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1bd8288c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1bd8288c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bd8288c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bd8288c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1bd8288c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1bd8288c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4e71837f2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4e71837f2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4c923a56d_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4c923a56d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527400" y="0"/>
            <a:ext cx="440100" cy="51435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871538" rotWithShape="0" algn="bl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921000" y="0"/>
            <a:ext cx="2223000" cy="5143500"/>
          </a:xfrm>
          <a:prstGeom prst="rect">
            <a:avLst/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photo-1486312338219-ce68d2c6f44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6850" y="1001775"/>
            <a:ext cx="3014700" cy="2890200"/>
          </a:xfrm>
          <a:prstGeom prst="ellipse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7" name="Google Shape;57;p13"/>
          <p:cNvSpPr txBox="1"/>
          <p:nvPr/>
        </p:nvSpPr>
        <p:spPr>
          <a:xfrm>
            <a:off x="108450" y="753975"/>
            <a:ext cx="5181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</a:rPr>
              <a:t>INVENTORY MANAGEMENT SYSTEM</a:t>
            </a:r>
            <a:endParaRPr b="1" sz="38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5188325" y="0"/>
            <a:ext cx="600300" cy="6057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5788625" y="605700"/>
            <a:ext cx="440100" cy="4926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0" y="0"/>
            <a:ext cx="849300" cy="3147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849300" y="314700"/>
            <a:ext cx="354000" cy="3540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/>
        </p:nvSpPr>
        <p:spPr>
          <a:xfrm>
            <a:off x="7573675" y="581975"/>
            <a:ext cx="158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2460900" y="4183375"/>
            <a:ext cx="1668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Group 4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188325" y="389197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FA2-BSIT1-03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7329875" y="188750"/>
            <a:ext cx="1557300" cy="17853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5765300" y="1006650"/>
            <a:ext cx="2705100" cy="2634600"/>
          </a:xfrm>
          <a:prstGeom prst="ellipse">
            <a:avLst/>
          </a:prstGeom>
          <a:solidFill>
            <a:schemeClr val="lt1"/>
          </a:solidFill>
          <a:ln cap="flat" cmpd="sng" w="93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325" lIns="89325" spcFirstLastPara="1" rIns="89325" wrap="square" tIns="8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8"/>
          </a:p>
        </p:txBody>
      </p:sp>
      <p:pic>
        <p:nvPicPr>
          <p:cNvPr id="71" name="Google Shape;71;p14" title="photo-1544006659-f0b21884ce1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0400" y="1043250"/>
            <a:ext cx="2634900" cy="2561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377875" y="295625"/>
            <a:ext cx="6294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BRIEF INTRODUCTION ABOUT THE WEBSITE 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71875" y="1283950"/>
            <a:ext cx="51561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The Inventory Management System is a simple and user-friendly interface designed using HTML and CSS.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It helps  staff users manage products efficiently by organizing inventory into a structured layout.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The system allows users to:</a:t>
            </a:r>
            <a:endParaRPr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600">
                <a:solidFill>
                  <a:schemeClr val="dk1"/>
                </a:solidFill>
              </a:rPr>
              <a:t>View storage</a:t>
            </a:r>
            <a:endParaRPr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600">
                <a:solidFill>
                  <a:schemeClr val="dk1"/>
                </a:solidFill>
              </a:rPr>
              <a:t>Search products</a:t>
            </a:r>
            <a:endParaRPr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600">
                <a:solidFill>
                  <a:schemeClr val="dk1"/>
                </a:solidFill>
              </a:rPr>
              <a:t>Manage stock load/unload</a:t>
            </a:r>
            <a:endParaRPr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600">
                <a:solidFill>
                  <a:schemeClr val="dk1"/>
                </a:solidFill>
              </a:rPr>
              <a:t>Update product information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Its goal is to improve organization, reduce manual errors, and provide an easy-to-use interface.</a:t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8257925" y="3389675"/>
            <a:ext cx="479700" cy="4167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8737625" y="3806375"/>
            <a:ext cx="228000" cy="2124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8344450" y="4385100"/>
            <a:ext cx="951600" cy="936000"/>
          </a:xfrm>
          <a:prstGeom prst="ellipse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8509575" y="0"/>
            <a:ext cx="634500" cy="6057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8061300" y="605700"/>
            <a:ext cx="448200" cy="3618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430150" y="261175"/>
            <a:ext cx="7026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CONTENTS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733025" y="1814200"/>
            <a:ext cx="4538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  <a:highlight>
                  <a:schemeClr val="lt1"/>
                </a:highlight>
              </a:rPr>
              <a:t>Navigation Pannel</a:t>
            </a:r>
            <a:endParaRPr sz="3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" sz="3000">
                <a:solidFill>
                  <a:schemeClr val="dk1"/>
                </a:solidFill>
                <a:highlight>
                  <a:schemeClr val="lt1"/>
                </a:highlight>
              </a:rPr>
              <a:t>Display Interface</a:t>
            </a:r>
            <a:endParaRPr sz="3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5765300" y="1006650"/>
            <a:ext cx="2705100" cy="2634600"/>
          </a:xfrm>
          <a:prstGeom prst="ellipse">
            <a:avLst/>
          </a:prstGeom>
          <a:solidFill>
            <a:schemeClr val="lt1"/>
          </a:solidFill>
          <a:ln cap="flat" cmpd="sng" w="93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325" lIns="89325" spcFirstLastPara="1" rIns="89325" wrap="square" tIns="8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8"/>
          </a:p>
        </p:txBody>
      </p:sp>
      <p:pic>
        <p:nvPicPr>
          <p:cNvPr id="86" name="Google Shape;86;p15" title="photo-1544006659-f0b21884ce1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0400" y="1043250"/>
            <a:ext cx="2634900" cy="2561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7691650" y="0"/>
            <a:ext cx="1452300" cy="36177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6934025" y="3117425"/>
            <a:ext cx="2556000" cy="2442900"/>
          </a:xfrm>
          <a:prstGeom prst="ellipse">
            <a:avLst/>
          </a:prstGeom>
          <a:solidFill>
            <a:schemeClr val="lt1"/>
          </a:solidFill>
          <a:ln cap="flat" cmpd="sng" w="1143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142350" y="722400"/>
            <a:ext cx="6437400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" sz="1900">
                <a:solidFill>
                  <a:schemeClr val="dk1"/>
                </a:solidFill>
              </a:rPr>
              <a:t>Sidebar Menu (Left Side)</a:t>
            </a:r>
            <a:br>
              <a:rPr b="1" lang="en" sz="1900">
                <a:solidFill>
                  <a:schemeClr val="dk1"/>
                </a:solidFill>
              </a:rPr>
            </a:br>
            <a:r>
              <a:rPr lang="en" sz="1900">
                <a:solidFill>
                  <a:schemeClr val="dk1"/>
                </a:solidFill>
              </a:rPr>
              <a:t> Contains all system functions such as: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View Storage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Search Product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Load Stock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Unload Stock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" sz="1900">
                <a:solidFill>
                  <a:schemeClr val="dk1"/>
                </a:solidFill>
              </a:rPr>
              <a:t>Update Product</a:t>
            </a:r>
            <a:endParaRPr sz="19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</a:rPr>
              <a:t>User-Friendly Navigation</a:t>
            </a:r>
            <a:br>
              <a:rPr b="1"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 Users can easily switch between using buttons.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</a:rPr>
              <a:t>Fixed Position Design</a:t>
            </a:r>
            <a:br>
              <a:rPr b="1"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 The menu stays visible for better accessibility.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94" name="Google Shape;94;p16" title="business-solution-glyph-two-color-icon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5625" y="3352475"/>
            <a:ext cx="1972800" cy="1972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" name="Google Shape;95;p16"/>
          <p:cNvSpPr/>
          <p:nvPr/>
        </p:nvSpPr>
        <p:spPr>
          <a:xfrm>
            <a:off x="7101800" y="393200"/>
            <a:ext cx="440700" cy="3963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810200" y="789500"/>
            <a:ext cx="291600" cy="2562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358475" y="2145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NAVIGATION PANEL</a:t>
            </a:r>
            <a:endParaRPr b="1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7691700" y="0"/>
            <a:ext cx="1452300" cy="36177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6934025" y="3117425"/>
            <a:ext cx="2556000" cy="2442900"/>
          </a:xfrm>
          <a:prstGeom prst="ellipse">
            <a:avLst/>
          </a:prstGeom>
          <a:solidFill>
            <a:schemeClr val="lt1"/>
          </a:solidFill>
          <a:ln cap="flat" cmpd="sng" w="1143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7" title="business-solution-glyph-two-color-icon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5625" y="3352475"/>
            <a:ext cx="1972800" cy="1972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307250" y="338000"/>
            <a:ext cx="5382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DISPLAY</a:t>
            </a:r>
            <a:r>
              <a:rPr b="1" lang="en" sz="2500"/>
              <a:t> INTERFACE</a:t>
            </a:r>
            <a:endParaRPr b="1" sz="2500"/>
          </a:p>
        </p:txBody>
      </p:sp>
      <p:sp>
        <p:nvSpPr>
          <p:cNvPr id="106" name="Google Shape;106;p17"/>
          <p:cNvSpPr txBox="1"/>
          <p:nvPr/>
        </p:nvSpPr>
        <p:spPr>
          <a:xfrm>
            <a:off x="418025" y="1501325"/>
            <a:ext cx="53820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Input Pannel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Output Pannel</a:t>
            </a:r>
            <a:endParaRPr sz="3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/>
              <a:t>Tables</a:t>
            </a:r>
            <a:endParaRPr sz="3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165000" y="301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020"/>
              <a:t>CONCLUSION</a:t>
            </a:r>
            <a:endParaRPr b="1" sz="3020"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8350" y="1152475"/>
            <a:ext cx="8373900" cy="18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The</a:t>
            </a:r>
            <a:r>
              <a:rPr lang="en" sz="2700">
                <a:solidFill>
                  <a:schemeClr val="dk1"/>
                </a:solidFill>
              </a:rPr>
              <a:t> system interface is designed to be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>
                <a:solidFill>
                  <a:schemeClr val="dk1"/>
                </a:solidFill>
              </a:rPr>
              <a:t>Simple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>
                <a:solidFill>
                  <a:schemeClr val="dk1"/>
                </a:solidFill>
              </a:rPr>
              <a:t>Organized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" sz="2700">
                <a:solidFill>
                  <a:schemeClr val="dk1"/>
                </a:solidFill>
              </a:rPr>
              <a:t>User-Friendly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318525" y="3430775"/>
            <a:ext cx="71154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It improves Inventory navigation by providing clear interface and structured data and organized features.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/>
        </p:nvSpPr>
        <p:spPr>
          <a:xfrm>
            <a:off x="0" y="1725550"/>
            <a:ext cx="63873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9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7266700" y="0"/>
            <a:ext cx="1877400" cy="51435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5891100" y="1315775"/>
            <a:ext cx="2980200" cy="2811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9" title="company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5800" y="1383275"/>
            <a:ext cx="2830800" cy="2676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6588875" y="309025"/>
            <a:ext cx="448500" cy="4287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6289825" y="737725"/>
            <a:ext cx="299100" cy="299100"/>
          </a:xfrm>
          <a:prstGeom prst="rect">
            <a:avLst/>
          </a:prstGeom>
          <a:solidFill>
            <a:srgbClr val="4A86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